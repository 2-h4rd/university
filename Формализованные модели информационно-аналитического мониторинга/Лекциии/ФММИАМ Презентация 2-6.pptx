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3" r:id="rId3"/>
    <p:sldId id="274" r:id="rId4"/>
    <p:sldId id="275" r:id="rId5"/>
    <p:sldId id="276" r:id="rId6"/>
    <p:sldId id="277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784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1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30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12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99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75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5759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78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646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16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7683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0685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99AE8-F5CF-4C2D-9443-C5F9AD14FCF7}" type="datetimeFigureOut">
              <a:rPr lang="ru-RU" smtClean="0"/>
              <a:t>06.11.2023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A1428-A0DA-4A19-B7D6-34E1FA09F2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948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Лекция 6.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6662" y="1052512"/>
            <a:ext cx="7605738" cy="571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223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50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8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84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44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" y="0"/>
            <a:ext cx="913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885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>
            <a:normAutofit/>
          </a:bodyPr>
          <a:lstStyle/>
          <a:p>
            <a:pPr indent="540385">
              <a:lnSpc>
                <a:spcPct val="150000"/>
              </a:lnSpc>
              <a:spcAft>
                <a:spcPts val="0"/>
              </a:spcAft>
            </a:pPr>
            <a:r>
              <a:rPr lang="ru-RU" sz="2800" b="1" dirty="0" smtClean="0">
                <a:effectLst/>
                <a:latin typeface="Times New Roman"/>
                <a:ea typeface="Calibri"/>
                <a:cs typeface="Times New Roman"/>
              </a:rPr>
              <a:t>Преобразование матричных игр</a:t>
            </a:r>
            <a:endParaRPr lang="ru-RU" sz="2800" dirty="0">
              <a:effectLst/>
              <a:latin typeface="Times New Roman"/>
              <a:ea typeface="Calibri"/>
              <a:cs typeface="Times New Roman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sz="2400" b="1" u="sng" dirty="0" smtClean="0">
                <a:effectLst/>
                <a:latin typeface="Times New Roman"/>
                <a:ea typeface="Calibri"/>
                <a:cs typeface="Times New Roman"/>
              </a:rPr>
              <a:t>Цель</a:t>
            </a:r>
            <a:r>
              <a:rPr lang="ru-RU" sz="2400" b="1" dirty="0" smtClean="0">
                <a:effectLst/>
                <a:latin typeface="Times New Roman"/>
                <a:ea typeface="Calibri"/>
                <a:cs typeface="Times New Roman"/>
              </a:rPr>
              <a:t>:</a:t>
            </a:r>
            <a:r>
              <a:rPr lang="ru-RU" sz="2400" dirty="0" smtClean="0">
                <a:effectLst/>
                <a:latin typeface="Times New Roman"/>
                <a:ea typeface="Calibri"/>
                <a:cs typeface="Times New Roman"/>
              </a:rPr>
              <a:t> представление матрицы А в более рациональном виде  упрощение поиска оптимальных решений.</a:t>
            </a:r>
          </a:p>
          <a:p>
            <a:pPr indent="0" algn="just">
              <a:lnSpc>
                <a:spcPct val="150000"/>
              </a:lnSpc>
              <a:spcAft>
                <a:spcPts val="0"/>
              </a:spcAft>
              <a:buNone/>
            </a:pPr>
            <a:endParaRPr lang="ru-RU" sz="2400" dirty="0" smtClean="0">
              <a:effectLst/>
              <a:latin typeface="Times New Roman"/>
              <a:ea typeface="Calibri"/>
              <a:cs typeface="Times New Roman"/>
            </a:endParaRP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029322"/>
            <a:ext cx="8274656" cy="28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532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692695"/>
            <a:ext cx="8712968" cy="5784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3683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268760"/>
            <a:ext cx="8842063" cy="3888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02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908720"/>
            <a:ext cx="8663029" cy="4464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112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12776"/>
            <a:ext cx="874275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18996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784001"/>
            <a:ext cx="7200800" cy="538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860032" y="3474652"/>
            <a:ext cx="5040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B2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5652120" y="3474652"/>
            <a:ext cx="4320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B4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995523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22</Words>
  <Application>Microsoft Office PowerPoint</Application>
  <PresentationFormat>Экран (4:3)</PresentationFormat>
  <Paragraphs>5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Тема Office</vt:lpstr>
      <vt:lpstr>Лекция 6.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Преобразование матричных игр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ВладимирСеров</cp:lastModifiedBy>
  <cp:revision>7</cp:revision>
  <dcterms:created xsi:type="dcterms:W3CDTF">2015-10-20T07:59:58Z</dcterms:created>
  <dcterms:modified xsi:type="dcterms:W3CDTF">2023-11-06T14:40:58Z</dcterms:modified>
</cp:coreProperties>
</file>