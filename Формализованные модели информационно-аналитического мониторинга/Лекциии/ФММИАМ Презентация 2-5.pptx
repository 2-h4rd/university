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59" r:id="rId6"/>
    <p:sldId id="260" r:id="rId7"/>
    <p:sldId id="262" r:id="rId8"/>
    <p:sldId id="261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36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221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46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4032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258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869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875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007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87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147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6961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257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450993-1D28-47C8-9A32-0DE384FA6BE3}" type="datetimeFigureOut">
              <a:rPr lang="ru-RU" smtClean="0"/>
              <a:t>30.09.2021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C1040-D2A4-4839-8C84-4DEF68A53B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0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762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952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212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423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35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25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584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98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14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7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018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604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676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Экран (4:3)</PresentationFormat>
  <Paragraphs>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Владимир Серов</cp:lastModifiedBy>
  <cp:revision>2</cp:revision>
  <dcterms:created xsi:type="dcterms:W3CDTF">2015-10-27T05:27:35Z</dcterms:created>
  <dcterms:modified xsi:type="dcterms:W3CDTF">2021-09-30T05:12:12Z</dcterms:modified>
</cp:coreProperties>
</file>